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60" r:id="rId5"/>
    <p:sldId id="262" r:id="rId6"/>
    <p:sldId id="263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5D1BB84-5BA2-2B4C-AD1B-9BD54712E328}" v="2" dt="2026-04-18T03:07:31.52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514"/>
    <p:restoredTop sz="94668"/>
  </p:normalViewPr>
  <p:slideViewPr>
    <p:cSldViewPr snapToGrid="0">
      <p:cViewPr varScale="1">
        <p:scale>
          <a:sx n="123" d="100"/>
          <a:sy n="123" d="100"/>
        </p:scale>
        <p:origin x="224" y="2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13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mith, Matthew J" userId="836e356e-d795-469a-a9c4-953c89126bf8" providerId="ADAL" clId="{ADC8E295-0D37-5661-891F-DEE924FC7967}"/>
    <pc:docChg chg="undo custSel addSld delSld modSld">
      <pc:chgData name="Smith, Matthew J" userId="836e356e-d795-469a-a9c4-953c89126bf8" providerId="ADAL" clId="{ADC8E295-0D37-5661-891F-DEE924FC7967}" dt="2026-04-18T03:08:27.718" v="121" actId="1076"/>
      <pc:docMkLst>
        <pc:docMk/>
      </pc:docMkLst>
      <pc:sldChg chg="modSp mod">
        <pc:chgData name="Smith, Matthew J" userId="836e356e-d795-469a-a9c4-953c89126bf8" providerId="ADAL" clId="{ADC8E295-0D37-5661-891F-DEE924FC7967}" dt="2026-04-17T23:07:31.591" v="2" actId="1076"/>
        <pc:sldMkLst>
          <pc:docMk/>
          <pc:sldMk cId="1794213769" sldId="258"/>
        </pc:sldMkLst>
        <pc:picChg chg="mod">
          <ac:chgData name="Smith, Matthew J" userId="836e356e-d795-469a-a9c4-953c89126bf8" providerId="ADAL" clId="{ADC8E295-0D37-5661-891F-DEE924FC7967}" dt="2026-04-17T23:07:31.591" v="2" actId="1076"/>
          <ac:picMkLst>
            <pc:docMk/>
            <pc:sldMk cId="1794213769" sldId="258"/>
            <ac:picMk id="5" creationId="{76D81541-2638-E157-DE2D-2AA930FF5C3F}"/>
          </ac:picMkLst>
        </pc:picChg>
      </pc:sldChg>
      <pc:sldChg chg="addSp delSp modSp mod">
        <pc:chgData name="Smith, Matthew J" userId="836e356e-d795-469a-a9c4-953c89126bf8" providerId="ADAL" clId="{ADC8E295-0D37-5661-891F-DEE924FC7967}" dt="2026-04-17T23:08:15.265" v="20" actId="1076"/>
        <pc:sldMkLst>
          <pc:docMk/>
          <pc:sldMk cId="4252274582" sldId="260"/>
        </pc:sldMkLst>
        <pc:picChg chg="del">
          <ac:chgData name="Smith, Matthew J" userId="836e356e-d795-469a-a9c4-953c89126bf8" providerId="ADAL" clId="{ADC8E295-0D37-5661-891F-DEE924FC7967}" dt="2026-04-17T23:07:59.531" v="15" actId="478"/>
          <ac:picMkLst>
            <pc:docMk/>
            <pc:sldMk cId="4252274582" sldId="260"/>
            <ac:picMk id="3" creationId="{985417F3-5F1D-7EA8-0045-23E1D9216A3C}"/>
          </ac:picMkLst>
        </pc:picChg>
        <pc:picChg chg="add mod">
          <ac:chgData name="Smith, Matthew J" userId="836e356e-d795-469a-a9c4-953c89126bf8" providerId="ADAL" clId="{ADC8E295-0D37-5661-891F-DEE924FC7967}" dt="2026-04-17T23:07:41.400" v="10" actId="1076"/>
          <ac:picMkLst>
            <pc:docMk/>
            <pc:sldMk cId="4252274582" sldId="260"/>
            <ac:picMk id="4" creationId="{8ABD681B-B8E5-D513-2A75-132ACD79FF2E}"/>
          </ac:picMkLst>
        </pc:picChg>
        <pc:picChg chg="del mod">
          <ac:chgData name="Smith, Matthew J" userId="836e356e-d795-469a-a9c4-953c89126bf8" providerId="ADAL" clId="{ADC8E295-0D37-5661-891F-DEE924FC7967}" dt="2026-04-17T23:07:39.682" v="9" actId="478"/>
          <ac:picMkLst>
            <pc:docMk/>
            <pc:sldMk cId="4252274582" sldId="260"/>
            <ac:picMk id="5" creationId="{3A152D80-F8E8-7815-C683-823763A690E5}"/>
          </ac:picMkLst>
        </pc:picChg>
        <pc:picChg chg="del">
          <ac:chgData name="Smith, Matthew J" userId="836e356e-d795-469a-a9c4-953c89126bf8" providerId="ADAL" clId="{ADC8E295-0D37-5661-891F-DEE924FC7967}" dt="2026-04-17T23:08:13.253" v="19" actId="478"/>
          <ac:picMkLst>
            <pc:docMk/>
            <pc:sldMk cId="4252274582" sldId="260"/>
            <ac:picMk id="8" creationId="{A01CE2F9-4552-8624-C7E6-9A7A12C84071}"/>
          </ac:picMkLst>
        </pc:picChg>
        <pc:picChg chg="add mod">
          <ac:chgData name="Smith, Matthew J" userId="836e356e-d795-469a-a9c4-953c89126bf8" providerId="ADAL" clId="{ADC8E295-0D37-5661-891F-DEE924FC7967}" dt="2026-04-17T23:08:01.162" v="16" actId="1076"/>
          <ac:picMkLst>
            <pc:docMk/>
            <pc:sldMk cId="4252274582" sldId="260"/>
            <ac:picMk id="9" creationId="{FD8C7DC5-63C1-FC00-EBD8-7444996AB167}"/>
          </ac:picMkLst>
        </pc:picChg>
        <pc:picChg chg="add mod">
          <ac:chgData name="Smith, Matthew J" userId="836e356e-d795-469a-a9c4-953c89126bf8" providerId="ADAL" clId="{ADC8E295-0D37-5661-891F-DEE924FC7967}" dt="2026-04-17T23:08:15.265" v="20" actId="1076"/>
          <ac:picMkLst>
            <pc:docMk/>
            <pc:sldMk cId="4252274582" sldId="260"/>
            <ac:picMk id="11" creationId="{F9264A67-7E9F-134D-F4DF-D84B6C0EA0D8}"/>
          </ac:picMkLst>
        </pc:picChg>
      </pc:sldChg>
      <pc:sldChg chg="new del">
        <pc:chgData name="Smith, Matthew J" userId="836e356e-d795-469a-a9c4-953c89126bf8" providerId="ADAL" clId="{ADC8E295-0D37-5661-891F-DEE924FC7967}" dt="2026-04-17T23:08:25.945" v="22" actId="2696"/>
        <pc:sldMkLst>
          <pc:docMk/>
          <pc:sldMk cId="2570710019" sldId="261"/>
        </pc:sldMkLst>
      </pc:sldChg>
      <pc:sldChg chg="addSp delSp modSp add mod">
        <pc:chgData name="Smith, Matthew J" userId="836e356e-d795-469a-a9c4-953c89126bf8" providerId="ADAL" clId="{ADC8E295-0D37-5661-891F-DEE924FC7967}" dt="2026-04-18T01:15:34.173" v="68" actId="1076"/>
        <pc:sldMkLst>
          <pc:docMk/>
          <pc:sldMk cId="2440069161" sldId="262"/>
        </pc:sldMkLst>
        <pc:spChg chg="mod">
          <ac:chgData name="Smith, Matthew J" userId="836e356e-d795-469a-a9c4-953c89126bf8" providerId="ADAL" clId="{ADC8E295-0D37-5661-891F-DEE924FC7967}" dt="2026-04-17T23:10:49.656" v="49" actId="20577"/>
          <ac:spMkLst>
            <pc:docMk/>
            <pc:sldMk cId="2440069161" sldId="262"/>
            <ac:spMk id="6" creationId="{0F6274B0-63C7-FE88-4E52-EFFFDC1CCBFA}"/>
          </ac:spMkLst>
        </pc:spChg>
        <pc:picChg chg="add mod">
          <ac:chgData name="Smith, Matthew J" userId="836e356e-d795-469a-a9c4-953c89126bf8" providerId="ADAL" clId="{ADC8E295-0D37-5661-891F-DEE924FC7967}" dt="2026-04-18T01:14:05.308" v="57" actId="14100"/>
          <ac:picMkLst>
            <pc:docMk/>
            <pc:sldMk cId="2440069161" sldId="262"/>
            <ac:picMk id="3" creationId="{75FD01D8-2301-473C-B138-D33802860ACC}"/>
          </ac:picMkLst>
        </pc:picChg>
        <pc:picChg chg="del">
          <ac:chgData name="Smith, Matthew J" userId="836e356e-d795-469a-a9c4-953c89126bf8" providerId="ADAL" clId="{ADC8E295-0D37-5661-891F-DEE924FC7967}" dt="2026-04-18T01:13:59.776" v="54" actId="478"/>
          <ac:picMkLst>
            <pc:docMk/>
            <pc:sldMk cId="2440069161" sldId="262"/>
            <ac:picMk id="4" creationId="{1BCBEA58-E00A-D83C-8ACF-4914DC811E0A}"/>
          </ac:picMkLst>
        </pc:picChg>
        <pc:picChg chg="add mod">
          <ac:chgData name="Smith, Matthew J" userId="836e356e-d795-469a-a9c4-953c89126bf8" providerId="ADAL" clId="{ADC8E295-0D37-5661-891F-DEE924FC7967}" dt="2026-04-18T01:14:37.085" v="64" actId="1076"/>
          <ac:picMkLst>
            <pc:docMk/>
            <pc:sldMk cId="2440069161" sldId="262"/>
            <ac:picMk id="7" creationId="{EABF3252-89AA-E7B9-2708-4D2562257CD1}"/>
          </ac:picMkLst>
        </pc:picChg>
        <pc:picChg chg="del">
          <ac:chgData name="Smith, Matthew J" userId="836e356e-d795-469a-a9c4-953c89126bf8" providerId="ADAL" clId="{ADC8E295-0D37-5661-891F-DEE924FC7967}" dt="2026-04-18T01:14:35.228" v="63" actId="478"/>
          <ac:picMkLst>
            <pc:docMk/>
            <pc:sldMk cId="2440069161" sldId="262"/>
            <ac:picMk id="9" creationId="{28A2EE62-1C84-5F84-06BC-6778C05745DB}"/>
          </ac:picMkLst>
        </pc:picChg>
        <pc:picChg chg="add mod">
          <ac:chgData name="Smith, Matthew J" userId="836e356e-d795-469a-a9c4-953c89126bf8" providerId="ADAL" clId="{ADC8E295-0D37-5661-891F-DEE924FC7967}" dt="2026-04-18T01:15:34.173" v="68" actId="1076"/>
          <ac:picMkLst>
            <pc:docMk/>
            <pc:sldMk cId="2440069161" sldId="262"/>
            <ac:picMk id="10" creationId="{30990F56-3893-E395-3E47-CD9EF2581B19}"/>
          </ac:picMkLst>
        </pc:picChg>
        <pc:picChg chg="del">
          <ac:chgData name="Smith, Matthew J" userId="836e356e-d795-469a-a9c4-953c89126bf8" providerId="ADAL" clId="{ADC8E295-0D37-5661-891F-DEE924FC7967}" dt="2026-04-18T01:15:32.381" v="67" actId="478"/>
          <ac:picMkLst>
            <pc:docMk/>
            <pc:sldMk cId="2440069161" sldId="262"/>
            <ac:picMk id="11" creationId="{DF25B7FC-877A-1DE4-531F-C24C7CAA09F9}"/>
          </ac:picMkLst>
        </pc:picChg>
      </pc:sldChg>
      <pc:sldChg chg="addSp delSp modSp add mod">
        <pc:chgData name="Smith, Matthew J" userId="836e356e-d795-469a-a9c4-953c89126bf8" providerId="ADAL" clId="{ADC8E295-0D37-5661-891F-DEE924FC7967}" dt="2026-04-18T03:08:27.718" v="121" actId="1076"/>
        <pc:sldMkLst>
          <pc:docMk/>
          <pc:sldMk cId="3723628070" sldId="263"/>
        </pc:sldMkLst>
        <pc:spChg chg="mod">
          <ac:chgData name="Smith, Matthew J" userId="836e356e-d795-469a-a9c4-953c89126bf8" providerId="ADAL" clId="{ADC8E295-0D37-5661-891F-DEE924FC7967}" dt="2026-04-18T03:07:44.802" v="103" actId="20577"/>
          <ac:spMkLst>
            <pc:docMk/>
            <pc:sldMk cId="3723628070" sldId="263"/>
            <ac:spMk id="6" creationId="{232D8612-0874-F330-4890-B261857D3DFA}"/>
          </ac:spMkLst>
        </pc:spChg>
        <pc:picChg chg="del mod">
          <ac:chgData name="Smith, Matthew J" userId="836e356e-d795-469a-a9c4-953c89126bf8" providerId="ADAL" clId="{ADC8E295-0D37-5661-891F-DEE924FC7967}" dt="2026-04-18T03:08:01.106" v="109" actId="478"/>
          <ac:picMkLst>
            <pc:docMk/>
            <pc:sldMk cId="3723628070" sldId="263"/>
            <ac:picMk id="3" creationId="{7A974AB1-63E1-EF8A-215E-C80A382CB0A9}"/>
          </ac:picMkLst>
        </pc:picChg>
        <pc:picChg chg="add mod">
          <ac:chgData name="Smith, Matthew J" userId="836e356e-d795-469a-a9c4-953c89126bf8" providerId="ADAL" clId="{ADC8E295-0D37-5661-891F-DEE924FC7967}" dt="2026-04-18T03:08:04.560" v="111" actId="1076"/>
          <ac:picMkLst>
            <pc:docMk/>
            <pc:sldMk cId="3723628070" sldId="263"/>
            <ac:picMk id="4" creationId="{2EFFFEA5-809B-055D-1E80-81F4752D5DFD}"/>
          </ac:picMkLst>
        </pc:picChg>
        <pc:picChg chg="del mod">
          <ac:chgData name="Smith, Matthew J" userId="836e356e-d795-469a-a9c4-953c89126bf8" providerId="ADAL" clId="{ADC8E295-0D37-5661-891F-DEE924FC7967}" dt="2026-04-18T03:08:14.793" v="116" actId="478"/>
          <ac:picMkLst>
            <pc:docMk/>
            <pc:sldMk cId="3723628070" sldId="263"/>
            <ac:picMk id="7" creationId="{CA59C3D8-B01D-D329-F6D7-2A6C92D5F93A}"/>
          </ac:picMkLst>
        </pc:picChg>
        <pc:picChg chg="add mod">
          <ac:chgData name="Smith, Matthew J" userId="836e356e-d795-469a-a9c4-953c89126bf8" providerId="ADAL" clId="{ADC8E295-0D37-5661-891F-DEE924FC7967}" dt="2026-04-18T03:08:16.732" v="117" actId="1076"/>
          <ac:picMkLst>
            <pc:docMk/>
            <pc:sldMk cId="3723628070" sldId="263"/>
            <ac:picMk id="8" creationId="{00173B52-570C-12FD-7D33-5744E816C56C}"/>
          </ac:picMkLst>
        </pc:picChg>
        <pc:picChg chg="del">
          <ac:chgData name="Smith, Matthew J" userId="836e356e-d795-469a-a9c4-953c89126bf8" providerId="ADAL" clId="{ADC8E295-0D37-5661-891F-DEE924FC7967}" dt="2026-04-18T03:08:26.174" v="120" actId="478"/>
          <ac:picMkLst>
            <pc:docMk/>
            <pc:sldMk cId="3723628070" sldId="263"/>
            <ac:picMk id="10" creationId="{9DE65A51-AED2-FF1E-8B83-4E86184CC524}"/>
          </ac:picMkLst>
        </pc:picChg>
        <pc:picChg chg="add mod">
          <ac:chgData name="Smith, Matthew J" userId="836e356e-d795-469a-a9c4-953c89126bf8" providerId="ADAL" clId="{ADC8E295-0D37-5661-891F-DEE924FC7967}" dt="2026-04-18T03:08:27.718" v="121" actId="1076"/>
          <ac:picMkLst>
            <pc:docMk/>
            <pc:sldMk cId="3723628070" sldId="263"/>
            <ac:picMk id="11" creationId="{64629AFD-4E4A-B4DC-7D44-66074F7F1202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090D5E-4A68-4AEC-0670-0318804BAD3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C4285CC-5FAF-8D9D-B2D4-106D59E4D12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8A3BD1-786E-D0C9-6BAE-39E2E45318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15C5FC-ADD9-A44D-830D-B7538014AD90}" type="datetimeFigureOut">
              <a:rPr lang="en-US" smtClean="0"/>
              <a:t>4/17/26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1260CA-66AE-5759-FA92-3770629C6B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FFD54B-08A5-5318-DB42-36BE73D777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E1D-147D-BC4A-A081-717583E3D3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40360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8D4AFD-24F6-18C2-ED68-9B9393C918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14AB05-D3EB-E9D3-2CAE-CAE6C2DDD5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0C9ACE-B548-83B4-0860-F9EDF951A2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15C5FC-ADD9-A44D-830D-B7538014AD90}" type="datetimeFigureOut">
              <a:rPr lang="en-US" smtClean="0"/>
              <a:t>4/17/26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46C5BD-C933-6B31-CABC-7EF40989AB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9BE187-5C17-08DC-B1D3-2F886D24E2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E1D-147D-BC4A-A081-717583E3D3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04331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829F25-AA13-3480-78F3-088396BA87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A7BCEC7-725A-FB63-773D-DB49311C80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E382BB-027E-45F1-8EBD-B79DD0BC01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15C5FC-ADD9-A44D-830D-B7538014AD90}" type="datetimeFigureOut">
              <a:rPr lang="en-US" smtClean="0"/>
              <a:t>4/17/26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119904-6DFD-8B22-8E86-4C63196B62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C5DEDA-B435-56BE-2B54-23A26FBC58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E1D-147D-BC4A-A081-717583E3D3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13476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EE3BBB-EBC4-99C4-38D3-E44ABC958F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D65257-6D33-4C9F-C96A-12D5103649E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34BC6D7-BCD0-3543-F208-85B3FE434C4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450FAF3-7B6D-C07B-2576-AC414A3A20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15C5FC-ADD9-A44D-830D-B7538014AD90}" type="datetimeFigureOut">
              <a:rPr lang="en-US" smtClean="0"/>
              <a:t>4/17/26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A36839-58EC-9558-9968-599C63928E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DA27BBA-16B6-C210-83A8-A3B7018648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E1D-147D-BC4A-A081-717583E3D3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19972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D6824A-7282-354C-29B5-8F05AB09EE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F00CA2A-A753-33E0-1E6E-CE432121D40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7319C3C-A1C7-F0E4-4B7F-ED0E4A6B918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B411062-D78B-70CC-316E-558A98DAAD7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E3F6400-2D29-6483-5F41-72B379B2104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1C360E9-9EB1-4F9D-AD44-A6DD5694DF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15C5FC-ADD9-A44D-830D-B7538014AD90}" type="datetimeFigureOut">
              <a:rPr lang="en-US" smtClean="0"/>
              <a:t>4/17/26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9E22AAA-2114-2213-BA6D-576196D568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043FD34-18E8-62CA-002D-595DF40FD2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E1D-147D-BC4A-A081-717583E3D3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0205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82F56A-A542-BC20-A581-DEEE28E368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D5B10D9-3380-E34C-B229-3E541335A0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15C5FC-ADD9-A44D-830D-B7538014AD90}" type="datetimeFigureOut">
              <a:rPr lang="en-US" smtClean="0"/>
              <a:t>4/17/26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AF23D0E-D33C-21EE-8901-CF5A4EE4DC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0D0473D-3C4A-FC6F-6EDC-20AE4BC9D8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E1D-147D-BC4A-A081-717583E3D3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07753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FBCF9CF-0CEA-3581-0E74-A89CF2AD41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15C5FC-ADD9-A44D-830D-B7538014AD90}" type="datetimeFigureOut">
              <a:rPr lang="en-US" smtClean="0"/>
              <a:t>4/17/26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78A6EE9-8212-0E3C-AD80-4D7BB6554A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75DE88A-30E9-E9C5-AEE9-A8DAD6E296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E1D-147D-BC4A-A081-717583E3D3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17578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687BD8-6FC3-63B7-B3B0-BB9F28B744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9CAE15-F537-B804-8587-FA4F2D498A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B0A5FCD-95AF-6CF7-E092-848FCDFCE74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9642DB7-9D3D-8648-4553-14505ACAAD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15C5FC-ADD9-A44D-830D-B7538014AD90}" type="datetimeFigureOut">
              <a:rPr lang="en-US" smtClean="0"/>
              <a:t>4/17/26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78C928C-3DB8-4A2E-A909-823A376CEE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956139B-6740-875A-3962-15F6403949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E1D-147D-BC4A-A081-717583E3D3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69974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FA3D19-10C4-E8B2-80D2-3D8322EDB3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3A08EF6-9FB9-E4B3-D100-B9FF3486E47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83B3727-EEDC-35F0-79F7-972A43AB3C2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35F15C5-BBE4-0003-5891-D1D9A0BAE2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15C5FC-ADD9-A44D-830D-B7538014AD90}" type="datetimeFigureOut">
              <a:rPr lang="en-US" smtClean="0"/>
              <a:t>4/17/26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9BCC71D-43C3-05DC-7055-2525858DC9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388BA26-FBFD-E12D-1E64-DEB215365A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E1D-147D-BC4A-A081-717583E3D3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67677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D41BED-397C-34B4-D398-29B648C693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7AF238D-9B6D-11C4-EAA9-A668DB64893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88321D-4141-121E-F257-1CE03DCDF3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15C5FC-ADD9-A44D-830D-B7538014AD90}" type="datetimeFigureOut">
              <a:rPr lang="en-US" smtClean="0"/>
              <a:t>4/17/26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9A42B3-372A-0EF4-D999-EB0A2ECEF6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B31CD0-0AE2-AD05-B78C-E38F49CD0D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E1D-147D-BC4A-A081-717583E3D3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84795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D4C70F6-16F5-7098-A828-12D319E5BC4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F126E49-015D-382C-CF55-FCC71194860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9011FE-B876-BA09-71D2-620824452A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15C5FC-ADD9-A44D-830D-B7538014AD90}" type="datetimeFigureOut">
              <a:rPr lang="en-US" smtClean="0"/>
              <a:t>4/17/26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0CC8B6-927C-735D-8A94-F2640FD15F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65A878-A65E-08F1-B36E-1BBF319D7A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E1D-147D-BC4A-A081-717583E3D3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44344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6B39B6F-F4CE-B8DA-0504-13B8CF8AD0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EA946E4-8977-E7A1-4F6B-02B4871DAF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996BB8-B544-42C3-786D-6386C1A6BCE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215C5FC-ADD9-A44D-830D-B7538014AD90}" type="datetimeFigureOut">
              <a:rPr lang="en-US" smtClean="0"/>
              <a:t>4/17/26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02988A-0E7F-4FBD-C248-3297EB65BD4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30DF9F-1AE3-3338-B7E7-226C280CF75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C55CE1D-147D-BC4A-A081-717583E3D3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0325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screen shot of a computer&#10;&#10;AI-generated content may be incorrect.">
            <a:extLst>
              <a:ext uri="{FF2B5EF4-FFF2-40B4-BE49-F238E27FC236}">
                <a16:creationId xmlns:a16="http://schemas.microsoft.com/office/drawing/2014/main" id="{1215A1A5-DB99-D5DF-1861-027EB328D8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283" y="171450"/>
            <a:ext cx="6045200" cy="6515100"/>
          </a:xfrm>
          <a:prstGeom prst="rect">
            <a:avLst/>
          </a:prstGeom>
        </p:spPr>
      </p:pic>
      <p:pic>
        <p:nvPicPr>
          <p:cNvPr id="7" name="Picture 6" descr="A screenshot of a computer screen&#10;&#10;AI-generated content may be incorrect.">
            <a:extLst>
              <a:ext uri="{FF2B5EF4-FFF2-40B4-BE49-F238E27FC236}">
                <a16:creationId xmlns:a16="http://schemas.microsoft.com/office/drawing/2014/main" id="{FECB3445-7814-3FAB-DEF2-7B1583DDEE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0524" y="171450"/>
            <a:ext cx="5785745" cy="2800350"/>
          </a:xfrm>
          <a:prstGeom prst="rect">
            <a:avLst/>
          </a:prstGeom>
        </p:spPr>
      </p:pic>
      <p:pic>
        <p:nvPicPr>
          <p:cNvPr id="9" name="Picture 8" descr="A graph with numbers and symbols&#10;&#10;AI-generated content may be incorrect.">
            <a:extLst>
              <a:ext uri="{FF2B5EF4-FFF2-40B4-BE49-F238E27FC236}">
                <a16:creationId xmlns:a16="http://schemas.microsoft.com/office/drawing/2014/main" id="{68E23125-A99A-8B2A-D1B8-ACC655ED019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7045" y="3065929"/>
            <a:ext cx="4039224" cy="3472703"/>
          </a:xfrm>
          <a:prstGeom prst="rect">
            <a:avLst/>
          </a:prstGeom>
        </p:spPr>
      </p:pic>
      <p:pic>
        <p:nvPicPr>
          <p:cNvPr id="11" name="Picture 10" descr="A black and white sign with white text&#10;&#10;AI-generated content may be incorrect.">
            <a:extLst>
              <a:ext uri="{FF2B5EF4-FFF2-40B4-BE49-F238E27FC236}">
                <a16:creationId xmlns:a16="http://schemas.microsoft.com/office/drawing/2014/main" id="{1D3DE39B-1214-BB20-08D1-4D8FFF47D3C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09900" y="5100543"/>
            <a:ext cx="3086100" cy="698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192794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screen shot of a computer&#10;&#10;AI-generated content may be incorrect.">
            <a:extLst>
              <a:ext uri="{FF2B5EF4-FFF2-40B4-BE49-F238E27FC236}">
                <a16:creationId xmlns:a16="http://schemas.microsoft.com/office/drawing/2014/main" id="{1961CCDF-0924-D9A5-11A8-44B34383ED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999" y="193862"/>
            <a:ext cx="6399425" cy="5841178"/>
          </a:xfrm>
          <a:prstGeom prst="rect">
            <a:avLst/>
          </a:prstGeom>
        </p:spPr>
      </p:pic>
      <p:pic>
        <p:nvPicPr>
          <p:cNvPr id="7" name="Picture 6" descr="A screenshot of a computer screen&#10;&#10;AI-generated content may be incorrect.">
            <a:extLst>
              <a:ext uri="{FF2B5EF4-FFF2-40B4-BE49-F238E27FC236}">
                <a16:creationId xmlns:a16="http://schemas.microsoft.com/office/drawing/2014/main" id="{7D2F0EC1-583D-76AD-E3F2-CF3D3470AD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64885" y="193862"/>
            <a:ext cx="5400116" cy="2588776"/>
          </a:xfrm>
          <a:prstGeom prst="rect">
            <a:avLst/>
          </a:prstGeom>
        </p:spPr>
      </p:pic>
      <p:pic>
        <p:nvPicPr>
          <p:cNvPr id="9" name="Picture 8" descr="A graph with different colored squares&#10;&#10;AI-generated content may be incorrect.">
            <a:extLst>
              <a:ext uri="{FF2B5EF4-FFF2-40B4-BE49-F238E27FC236}">
                <a16:creationId xmlns:a16="http://schemas.microsoft.com/office/drawing/2014/main" id="{15B5E30B-A8E2-C383-9622-990A35DBD7D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60999" y="2982712"/>
            <a:ext cx="4204002" cy="3681426"/>
          </a:xfrm>
          <a:prstGeom prst="rect">
            <a:avLst/>
          </a:prstGeom>
        </p:spPr>
      </p:pic>
      <p:pic>
        <p:nvPicPr>
          <p:cNvPr id="13" name="Picture 12" descr="A black and white sign with white letters&#10;&#10;AI-generated content may be incorrect.">
            <a:extLst>
              <a:ext uri="{FF2B5EF4-FFF2-40B4-BE49-F238E27FC236}">
                <a16:creationId xmlns:a16="http://schemas.microsoft.com/office/drawing/2014/main" id="{B8F56481-6A9F-28DC-8E8E-7FE625EBE55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97580" y="4748530"/>
            <a:ext cx="2921000" cy="469900"/>
          </a:xfrm>
          <a:prstGeom prst="rect">
            <a:avLst/>
          </a:prstGeom>
        </p:spPr>
      </p:pic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501E18CF-1803-A7B4-D06F-B33051473E99}"/>
              </a:ext>
            </a:extLst>
          </p:cNvPr>
          <p:cNvSpPr/>
          <p:nvPr/>
        </p:nvSpPr>
        <p:spPr>
          <a:xfrm>
            <a:off x="3931920" y="5618480"/>
            <a:ext cx="3342640" cy="9144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Dropped Emotions</a:t>
            </a:r>
          </a:p>
        </p:txBody>
      </p:sp>
    </p:spTree>
    <p:extLst>
      <p:ext uri="{BB962C8B-B14F-4D97-AF65-F5344CB8AC3E}">
        <p14:creationId xmlns:p14="http://schemas.microsoft.com/office/powerpoint/2010/main" val="6338660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creenshot of a computer screen&#10;&#10;AI-generated content may be incorrect.">
            <a:extLst>
              <a:ext uri="{FF2B5EF4-FFF2-40B4-BE49-F238E27FC236}">
                <a16:creationId xmlns:a16="http://schemas.microsoft.com/office/drawing/2014/main" id="{ECEB11C0-CBCB-DB6C-CDBC-8FD56DFF15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1943" y="130212"/>
            <a:ext cx="5842000" cy="2908300"/>
          </a:xfrm>
          <a:prstGeom prst="rect">
            <a:avLst/>
          </a:prstGeom>
        </p:spPr>
      </p:pic>
      <p:pic>
        <p:nvPicPr>
          <p:cNvPr id="5" name="Picture 4" descr="A graph with numbers and a number of words&#10;&#10;AI-generated content may be incorrect.">
            <a:extLst>
              <a:ext uri="{FF2B5EF4-FFF2-40B4-BE49-F238E27FC236}">
                <a16:creationId xmlns:a16="http://schemas.microsoft.com/office/drawing/2014/main" id="{76D81541-2638-E157-DE2D-2AA930FF5C3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2160" y="130212"/>
            <a:ext cx="4775200" cy="4143188"/>
          </a:xfrm>
          <a:prstGeom prst="rect">
            <a:avLst/>
          </a:prstGeom>
        </p:spPr>
      </p:pic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4ABC50DE-01D4-CD65-E4CA-8D6A60266ACE}"/>
              </a:ext>
            </a:extLst>
          </p:cNvPr>
          <p:cNvSpPr/>
          <p:nvPr/>
        </p:nvSpPr>
        <p:spPr>
          <a:xfrm>
            <a:off x="3931920" y="5618480"/>
            <a:ext cx="3342640" cy="9144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Distillbert</a:t>
            </a:r>
            <a:r>
              <a:rPr lang="en-US" dirty="0"/>
              <a:t> with surprised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AA3C091-011F-C4CB-3446-2B41CE798C4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13990" y="4641140"/>
            <a:ext cx="2984500" cy="30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42137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D1CDF3-F56F-DE4F-D167-D877022AEE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87BCBE02-62A2-9D9E-B4FE-801D56F523E1}"/>
              </a:ext>
            </a:extLst>
          </p:cNvPr>
          <p:cNvSpPr/>
          <p:nvPr/>
        </p:nvSpPr>
        <p:spPr>
          <a:xfrm>
            <a:off x="3931920" y="5618480"/>
            <a:ext cx="3342640" cy="9144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Distillbert</a:t>
            </a:r>
            <a:r>
              <a:rPr lang="en-US" dirty="0"/>
              <a:t> without surprised</a:t>
            </a:r>
          </a:p>
        </p:txBody>
      </p:sp>
      <p:pic>
        <p:nvPicPr>
          <p:cNvPr id="4" name="Picture 3" descr="A graph with numbers and a blue square&#10;&#10;AI-generated content may be incorrect.">
            <a:extLst>
              <a:ext uri="{FF2B5EF4-FFF2-40B4-BE49-F238E27FC236}">
                <a16:creationId xmlns:a16="http://schemas.microsoft.com/office/drawing/2014/main" id="{8ABD681B-B8E5-D513-2A75-132ACD79FF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7410" y="300015"/>
            <a:ext cx="4425950" cy="3833689"/>
          </a:xfrm>
          <a:prstGeom prst="rect">
            <a:avLst/>
          </a:prstGeom>
        </p:spPr>
      </p:pic>
      <p:pic>
        <p:nvPicPr>
          <p:cNvPr id="9" name="Picture 8" descr="A screenshot of a computer screen&#10;&#10;AI-generated content may be incorrect.">
            <a:extLst>
              <a:ext uri="{FF2B5EF4-FFF2-40B4-BE49-F238E27FC236}">
                <a16:creationId xmlns:a16="http://schemas.microsoft.com/office/drawing/2014/main" id="{FD8C7DC5-63C1-FC00-EBD8-7444996AB1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74773" y="325120"/>
            <a:ext cx="5867400" cy="261620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F9264A67-7E9F-134D-F4DF-D84B6C0EA0D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06040" y="4558592"/>
            <a:ext cx="2997200" cy="317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22745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7133BC-53D8-94FE-FCBF-0E12E00014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0F6274B0-63C7-FE88-4E52-EFFFDC1CCBFA}"/>
              </a:ext>
            </a:extLst>
          </p:cNvPr>
          <p:cNvSpPr/>
          <p:nvPr/>
        </p:nvSpPr>
        <p:spPr>
          <a:xfrm>
            <a:off x="3931920" y="5618480"/>
            <a:ext cx="3342640" cy="9144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Berttweet</a:t>
            </a:r>
            <a:r>
              <a:rPr lang="en-US" dirty="0"/>
              <a:t>, pickling, saving</a:t>
            </a:r>
          </a:p>
        </p:txBody>
      </p:sp>
      <p:pic>
        <p:nvPicPr>
          <p:cNvPr id="3" name="Picture 2" descr="A chart with blue squares and white text&#10;&#10;AI-generated content may be incorrect.">
            <a:extLst>
              <a:ext uri="{FF2B5EF4-FFF2-40B4-BE49-F238E27FC236}">
                <a16:creationId xmlns:a16="http://schemas.microsoft.com/office/drawing/2014/main" id="{75FD01D8-2301-473C-B138-D33802860A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2790" y="93980"/>
            <a:ext cx="4980710" cy="4320284"/>
          </a:xfrm>
          <a:prstGeom prst="rect">
            <a:avLst/>
          </a:prstGeom>
        </p:spPr>
      </p:pic>
      <p:pic>
        <p:nvPicPr>
          <p:cNvPr id="7" name="Picture 6" descr="A screenshot of a computer screen&#10;&#10;AI-generated content may be incorrect.">
            <a:extLst>
              <a:ext uri="{FF2B5EF4-FFF2-40B4-BE49-F238E27FC236}">
                <a16:creationId xmlns:a16="http://schemas.microsoft.com/office/drawing/2014/main" id="{EABF3252-89AA-E7B9-2708-4D2562257CD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325120"/>
            <a:ext cx="5880100" cy="260350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30990F56-3893-E395-3E47-CD9EF2581B1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84400" y="4711572"/>
            <a:ext cx="4851400" cy="30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006916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2B6F53-F9C1-F8BF-ECF4-C03F954F09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232D8612-0874-F330-4890-B261857D3DFA}"/>
              </a:ext>
            </a:extLst>
          </p:cNvPr>
          <p:cNvSpPr/>
          <p:nvPr/>
        </p:nvSpPr>
        <p:spPr>
          <a:xfrm>
            <a:off x="3931920" y="5618480"/>
            <a:ext cx="3342640" cy="9144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Berttweet</a:t>
            </a:r>
            <a:r>
              <a:rPr lang="en-US" dirty="0"/>
              <a:t>, confidence, more data</a:t>
            </a:r>
          </a:p>
        </p:txBody>
      </p:sp>
      <p:pic>
        <p:nvPicPr>
          <p:cNvPr id="4" name="Picture 3" descr="A screenshot of a graph&#10;&#10;AI-generated content may be incorrect.">
            <a:extLst>
              <a:ext uri="{FF2B5EF4-FFF2-40B4-BE49-F238E27FC236}">
                <a16:creationId xmlns:a16="http://schemas.microsoft.com/office/drawing/2014/main" id="{2EFFFEA5-809B-055D-1E80-81F4752D5D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0559" y="256437"/>
            <a:ext cx="4357913" cy="3779982"/>
          </a:xfrm>
          <a:prstGeom prst="rect">
            <a:avLst/>
          </a:prstGeom>
        </p:spPr>
      </p:pic>
      <p:pic>
        <p:nvPicPr>
          <p:cNvPr id="8" name="Picture 7" descr="A screenshot of a computer screen&#10;&#10;AI-generated content may be incorrect.">
            <a:extLst>
              <a:ext uri="{FF2B5EF4-FFF2-40B4-BE49-F238E27FC236}">
                <a16:creationId xmlns:a16="http://schemas.microsoft.com/office/drawing/2014/main" id="{00173B52-570C-12FD-7D33-5744E816C56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72150" y="486218"/>
            <a:ext cx="5905500" cy="261620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64629AFD-4E4A-B4DC-7D44-66074F7F120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81959" y="4389299"/>
            <a:ext cx="4864100" cy="292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362807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2682</TotalTime>
  <Words>19</Words>
  <Application>Microsoft Macintosh PowerPoint</Application>
  <PresentationFormat>Widescreen</PresentationFormat>
  <Paragraphs>5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Smith, Matthew J</dc:creator>
  <cp:lastModifiedBy>Smith, Matthew J</cp:lastModifiedBy>
  <cp:revision>1</cp:revision>
  <dcterms:created xsi:type="dcterms:W3CDTF">2026-04-12T21:36:38Z</dcterms:created>
  <dcterms:modified xsi:type="dcterms:W3CDTF">2026-04-18T03:08:32Z</dcterms:modified>
</cp:coreProperties>
</file>